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group trip has one person who plans it. We built a planner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numbers, then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Detour4U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035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itinerary that repairs itself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travel planning for the friend who always ends up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9E2F41"/>
          </a:solidFill>
          <a:ln w="12700">
            <a:solidFill>
              <a:srgbClr val="9E2F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8424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8A6113"/>
          </a:solidFill>
          <a:ln w="12700">
            <a:solidFill>
              <a:srgbClr val="8A61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424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43434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2A6350"/>
          </a:solidFill>
          <a:ln w="12700">
            <a:solidFill>
              <a:srgbClr val="2A6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Track  ·  Planning an Escape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4343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·  [Member 2]  ·  [Member 3]  ·  [Member 4]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problems, and no tool holds them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36192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1790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is asymmetric — the tools are not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65376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plans; everyone else says "up to you." Collaboration features assume equal participation, so the forms go unfilled.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05576" y="1298448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3320" y="1536192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33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91960" y="151790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is a spreadsheet, not a constraint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1960" y="1865376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tallied afterwards instead of shaping what gets suggested. The plan and the money drift apart in different tabs.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017520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99923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itinerary is static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346704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slips, it rains, a temple closes — and the plan silently becomes wrong, with no help from the app that made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5576" y="2779776"/>
            <a:ext cx="541919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3320" y="3017520"/>
            <a:ext cx="384048" cy="384048"/>
          </a:xfrm>
          <a:prstGeom prst="ellipse">
            <a:avLst/>
          </a:prstGeom>
          <a:solidFill>
            <a:srgbClr val="1D3FA0"/>
          </a:solidFill>
          <a:ln w="12700">
            <a:solidFill>
              <a:srgbClr val="1D3F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33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91960" y="299923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is scattered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1960" y="3346704"/>
            <a:ext cx="4395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stays, costs and the actual decisions live in four places, and the decisions are in a chat nobody can search.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4074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Wanderlog, TripIt and Google Travel all stop at the moment the plan is agreed — which is exactly when a traveller is least able to help themselves.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00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FA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apps give you an itinerary.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give you an itinerary that repairs itself.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37947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B2550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39684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“Group trips don’t have group planners. They have one planner and five passengers.”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446227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A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assumes symmetric collaboration. We designed for the asymmetry instead.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is a loop, not a 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CAPTAIN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+ invite link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7418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7418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MEMBERS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87418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7418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intake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298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1448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E3E9F9"/>
          </a:solidFill>
          <a:ln w="22225">
            <a:solidFill>
              <a:srgbClr val="1D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1448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AI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18144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81448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reasons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88707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88707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CAPTAIN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488707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88707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lock · decide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17507" y="3136392"/>
            <a:ext cx="478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795967" y="2697480"/>
            <a:ext cx="1828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95967" y="2862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EVERYONE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795967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95967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trip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395728"/>
            <a:ext cx="8750579" cy="0"/>
          </a:xfrm>
          <a:prstGeom prst="line">
            <a:avLst/>
          </a:prstGeom>
          <a:noFill/>
          <a:ln w="12700">
            <a:solidFill>
              <a:srgbClr val="A9B4C9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66928" y="2029968"/>
            <a:ext cx="87505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travel app ends here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710367" y="3995928"/>
            <a:ext cx="0" cy="566928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5848" y="4562856"/>
            <a:ext cx="4614520" cy="0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5848" y="4032504"/>
            <a:ext cx="0" cy="530352"/>
          </a:xfrm>
          <a:prstGeom prst="line">
            <a:avLst/>
          </a:prstGeom>
          <a:noFill/>
          <a:ln w="28575">
            <a:solidFill>
              <a:srgbClr val="1D3FA0"/>
            </a:solidFill>
            <a:prstDash val="solid"/>
            <a:head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66928" y="46542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→ re-plan  ·  only what is still ahead  ·  locked blocks never move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001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returning arrow is the product.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size follows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64008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481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THE CAPTAIN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373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cockpit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5852160" cy="2212848"/>
          </a:xfrm>
          <a:prstGeom prst="roundRect">
            <a:avLst>
              <a:gd name="adj" fmla="val 2479"/>
            </a:avLst>
          </a:prstGeom>
          <a:solidFill>
            <a:srgbClr val="E8EDF7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57984"/>
            <a:ext cx="58521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49884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columns, because the Captain needs the plan, the running budget and a block’s justification visible at once. Budget is pinned — it is a constraint, not a total you find later.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42048" y="1298448"/>
            <a:ext cx="4382719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6368" y="148132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MEMBERS &amp; MID-TRIP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516368" y="1737360"/>
            <a:ext cx="3834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 seconds, and the airport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16368" y="2157984"/>
            <a:ext cx="3834079" cy="2212848"/>
          </a:xfrm>
          <a:prstGeom prst="roundRect">
            <a:avLst>
              <a:gd name="adj" fmla="val 2479"/>
            </a:avLst>
          </a:prstGeom>
          <a:solidFill>
            <a:srgbClr val="E8EDF7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2157984"/>
            <a:ext cx="3834079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516368" y="4498848"/>
            <a:ext cx="3834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answer one question per screen, no signup. And re-planning happens here, because that is where you are when the flight slips.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6692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factor is part of the role design, not a responsive afterthought.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delayed three hours. One tap.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690372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7824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· DAY 1 REBUILT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1444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RM 18 / person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7824" y="1975104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9E2F41"/>
          </a:solidFill>
          <a:ln w="12700">
            <a:solidFill>
              <a:srgbClr val="9E2F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751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048256" y="1938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Osaka Castle keep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48256" y="22311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entry passes before you land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" y="2761488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8A6113"/>
          </a:solidFill>
          <a:ln w="12700">
            <a:solidFill>
              <a:srgbClr val="8A61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7614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048256" y="2724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Dotonbori dinner  18:00 → 20:30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until 23:00, confirmed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3547872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2A6350"/>
          </a:solidFill>
          <a:ln w="12700">
            <a:solidFill>
              <a:srgbClr val="2A6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35478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048256" y="35112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Karahori arcade night walk  21:30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48256" y="3803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gap the delay opened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" y="4334256"/>
            <a:ext cx="1024128" cy="256032"/>
          </a:xfrm>
          <a:prstGeom prst="roundRect">
            <a:avLst>
              <a:gd name="adj" fmla="val 21429"/>
            </a:avLst>
          </a:prstGeom>
          <a:solidFill>
            <a:srgbClr val="6E7889"/>
          </a:solidFill>
          <a:ln w="12700">
            <a:solidFill>
              <a:srgbClr val="6E78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" y="43342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048256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Hotel check-in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48256" y="4590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— a locked block is never moved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44968" y="12984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 carries a reason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16459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 changed — why. Checked against real opening hours, not guessed.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44968" y="26700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 can be unticked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30175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re-plan is a proposal, not something done to you. Accept all of it, or part of it.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44968" y="4041648"/>
            <a:ext cx="38797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budget moves with 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44968" y="4389120"/>
            <a:ext cx="38797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money are one object. Accepting the diff recalculates the trip total.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504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travel product does this. It is why an itinerary had to be a constrained, mutable object rather than a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645920"/>
                <a:gridCol w="1645920"/>
                <a:gridCol w="1645920"/>
                <a:gridCol w="163951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Wanderlog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Travel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Detour4U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 itinerary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as a live 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group preferences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the plan after a disruption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choice carries a cited 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offline, installs to home screen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E78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6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521208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rows — repair and cited reasons — are the ones nobody else has. They are also the ones that shaped the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for facts. Retrieval for taste. Rules for limits. The model only assembles.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hours · price · location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Places, pre-fetched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18461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4314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E3E9F9"/>
          </a:solidFill>
          <a:ln w="22225">
            <a:solidFill>
              <a:srgbClr val="1D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0346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600346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RAG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00346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· local tips · the citation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00346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 + local writing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5848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21701" y="1481328"/>
            <a:ext cx="3503066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7733" y="1645920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377733" y="1883664"/>
            <a:ext cx="29910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77733" y="223113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time windows · locks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77733" y="2578608"/>
            <a:ext cx="2991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unit-tested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73234" y="3054096"/>
            <a:ext cx="0" cy="384048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3493008"/>
            <a:ext cx="5388559" cy="713232"/>
          </a:xfrm>
          <a:prstGeom prst="roundRect">
            <a:avLst>
              <a:gd name="adj" fmla="val 8974"/>
            </a:avLst>
          </a:prstGeom>
          <a:solidFill>
            <a:srgbClr val="111A3D"/>
          </a:solidFill>
          <a:ln w="12700">
            <a:solidFill>
              <a:srgbClr val="111A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01568" y="3493008"/>
            <a:ext cx="53885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· assembly only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095848" y="4206240"/>
            <a:ext cx="0" cy="365760"/>
          </a:xfrm>
          <a:prstGeom prst="line">
            <a:avLst/>
          </a:prstGeom>
          <a:noFill/>
          <a:ln w="19050">
            <a:solidFill>
              <a:srgbClr val="A9B4C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38528" y="4608576"/>
            <a:ext cx="8314639" cy="658368"/>
          </a:xfrm>
          <a:prstGeom prst="roundRect">
            <a:avLst>
              <a:gd name="adj" fmla="val 9722"/>
            </a:avLst>
          </a:prstGeom>
          <a:solidFill>
            <a:srgbClr val="F7E7E9"/>
          </a:solidFill>
          <a:ln w="19050">
            <a:solidFill>
              <a:srgbClr val="9E2F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38528" y="4608576"/>
            <a:ext cx="8314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2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Opening hours and prices never come from the model — that is the data a user checks and catches you 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315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place IDs are pinned as an enum in the response schema, so the model cannot name a place we have not already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stack, and what is already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350008" y="1371600"/>
            <a:ext cx="90617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0008" y="1371600"/>
            <a:ext cx="9061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02482" y="1371600"/>
            <a:ext cx="116128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2482" y="137160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10074" y="1371600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0074" y="1371600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47588" y="1371600"/>
            <a:ext cx="1076249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47588" y="1371600"/>
            <a:ext cx="10762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70141" y="1371600"/>
            <a:ext cx="56601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70141" y="1371600"/>
            <a:ext cx="566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50008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87522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87522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5035" y="2212848"/>
            <a:ext cx="99121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5035" y="2212848"/>
            <a:ext cx="99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62549" y="2212848"/>
            <a:ext cx="56601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2549" y="2212848"/>
            <a:ext cx="566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099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50008" y="3054096"/>
            <a:ext cx="133136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0008" y="3054096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27678" y="3054096"/>
            <a:ext cx="141640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27678" y="3054096"/>
            <a:ext cx="14164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90388" y="3054096"/>
            <a:ext cx="116128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0388" y="305409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97980" y="3054096"/>
            <a:ext cx="90617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97980" y="3054096"/>
            <a:ext cx="9061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Amadeus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941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50008" y="3895344"/>
            <a:ext cx="821131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50008" y="3895344"/>
            <a:ext cx="8211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17443" y="3895344"/>
            <a:ext cx="184160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17443" y="3895344"/>
            <a:ext cx="18416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 per PR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28032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E9F1EE"/>
          </a:solidFill>
          <a:ln w="19050">
            <a:solidFill>
              <a:srgbClr val="2A63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50976" y="4992624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written and unit-tested during the prototype phase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" y="5321808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4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(budget ceilings, time windows, lock protection) · the generation pipeline with retry, post-validation and a seed fallback · the re-plan engine, including the guarantee that any operation touching a locked block voids the whole batch.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weeks to build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pipeline live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· pre-fetch Osaka places · build the RAG index offline · swap the mock model for Gemini structured 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52874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252874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a group product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52874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Link-based joining · preference intake · realtime Taste Profile · voting, locking, budget and settlement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38821" y="1371600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938821" y="1627632"/>
            <a:ext cx="3411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survive contact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938821" y="2029968"/>
            <a:ext cx="34116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and delay triggers · the full re-plan loop on real data · the offline layer · deploy and rehearse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3101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scope, so that what we build is finished:  booking and payment  ·  in-app chat  ·  account systems  ·  cities beyond Osaka  ·  native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11057839" cy="0"/>
          </a:xfrm>
          <a:prstGeom prst="line">
            <a:avLst/>
          </a:prstGeom>
          <a:noFill/>
          <a:ln w="12700">
            <a:solidFill>
              <a:srgbClr val="2C3A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h → 90 min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Captain spends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52874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60 s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252874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else spends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38821" y="4114800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938821" y="475488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rebuild a broken day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4864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all goes wrong, nobody has to start over.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Detour4U</dc:title>
  <dc:subject>PptxGenJS Presentation</dc:subject>
  <dc:creator>Detour4U</dc:creator>
  <cp:lastModifiedBy>Detour4U</cp:lastModifiedBy>
  <cp:revision>1</cp:revision>
  <dcterms:created xsi:type="dcterms:W3CDTF">2026-09-12T18:22:09Z</dcterms:created>
  <dcterms:modified xsi:type="dcterms:W3CDTF">2026-09-12T18:22:09Z</dcterms:modified>
</cp:coreProperties>
</file>