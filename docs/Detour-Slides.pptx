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group trip has one person who plans it. We built a planner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numbers, then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Detour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035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itinerary that repairs itself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611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travel planning for the friend who always ends up planning.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43434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9E2F41"/>
          </a:solidFill>
          <a:ln w="12700">
            <a:solidFill>
              <a:srgbClr val="9E2F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343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84248" y="43434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8A6113"/>
          </a:solidFill>
          <a:ln w="12700">
            <a:solidFill>
              <a:srgbClr val="8A611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84248" y="4343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43434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2A6350"/>
          </a:solidFill>
          <a:ln w="12700">
            <a:solidFill>
              <a:srgbClr val="2A63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1568" y="4343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Track  ·  Planning an Escape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4343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1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  ·  [Member 2]  ·  [Member 3]  ·  [Member 4]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problems, and no tool holds them together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541919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536192"/>
            <a:ext cx="384048" cy="384048"/>
          </a:xfrm>
          <a:prstGeom prst="ellipse">
            <a:avLst/>
          </a:prstGeom>
          <a:solidFill>
            <a:srgbClr val="1D3FA0"/>
          </a:solidFill>
          <a:ln w="12700">
            <a:solidFill>
              <a:srgbClr val="1D3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517904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 is asymmetric — the tools are not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865376"/>
            <a:ext cx="4395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plans; everyone else says "up to you." Collaboration features assume equal participation, so the forms go unfilled.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05576" y="1298448"/>
            <a:ext cx="541919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3320" y="1536192"/>
            <a:ext cx="384048" cy="384048"/>
          </a:xfrm>
          <a:prstGeom prst="ellipse">
            <a:avLst/>
          </a:prstGeom>
          <a:solidFill>
            <a:srgbClr val="1D3FA0"/>
          </a:solidFill>
          <a:ln w="12700">
            <a:solidFill>
              <a:srgbClr val="1D3F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332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991960" y="1517904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is a spreadsheet, not a constraint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91960" y="1865376"/>
            <a:ext cx="4395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tallied afterwards instead of shaping what gets suggested. The plan and the money drift apart in different tabs.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779776"/>
            <a:ext cx="541919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017520"/>
            <a:ext cx="384048" cy="384048"/>
          </a:xfrm>
          <a:prstGeom prst="ellipse">
            <a:avLst/>
          </a:prstGeom>
          <a:solidFill>
            <a:srgbClr val="1D3FA0"/>
          </a:solidFill>
          <a:ln w="12700">
            <a:solidFill>
              <a:srgbClr val="1D3F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2999232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itinerary is static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3346704"/>
            <a:ext cx="4395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flight slips, it rains, a temple closes — and the plan silently becomes wrong, with no help from the app that made it.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5576" y="2779776"/>
            <a:ext cx="541919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3320" y="3017520"/>
            <a:ext cx="384048" cy="384048"/>
          </a:xfrm>
          <a:prstGeom prst="ellipse">
            <a:avLst/>
          </a:prstGeom>
          <a:solidFill>
            <a:srgbClr val="1D3FA0"/>
          </a:solidFill>
          <a:ln w="12700">
            <a:solidFill>
              <a:srgbClr val="1D3F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33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91960" y="2999232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 is scattered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91960" y="3346704"/>
            <a:ext cx="4395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Flights, stays, costs and the actual decisions live in four places, and the decisions are in a chat nobody can search.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40740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Wanderlog, TripIt and Google Travel all stop at the moment the plan is agreed — which is exactly when a traveller is least able to help themselves.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002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8FA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apps give you an itinerary.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317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give you an itinerary that repairs itself.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379476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1B2550"/>
          </a:solidFill>
          <a:ln w="12700">
            <a:solidFill>
              <a:srgbClr val="2C3A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396849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“Group trips don’t have group planners. They have one planner and five passengers.”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446227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A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tool assumes symmetric collaboration. We designed for the asymmetry instead.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 is a loop, not a 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2697480"/>
            <a:ext cx="1828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2862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CAPTAIN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18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502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+ invite link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395728" y="3136392"/>
            <a:ext cx="478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74188" y="2697480"/>
            <a:ext cx="1828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74188" y="2862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MEMBERS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874188" y="3118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74188" y="3502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intake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02988" y="3136392"/>
            <a:ext cx="478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81448" y="2697480"/>
            <a:ext cx="1828800" cy="1298448"/>
          </a:xfrm>
          <a:prstGeom prst="roundRect">
            <a:avLst>
              <a:gd name="adj" fmla="val 4930"/>
            </a:avLst>
          </a:prstGeom>
          <a:solidFill>
            <a:srgbClr val="E3E9F9"/>
          </a:solidFill>
          <a:ln w="22225">
            <a:solidFill>
              <a:srgbClr val="1D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81448" y="2862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1D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AI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181448" y="3118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181448" y="3502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+ reasons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3136392"/>
            <a:ext cx="478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88707" y="2697480"/>
            <a:ext cx="1828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88707" y="2862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CAPTAIN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7488707" y="3118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488707" y="3502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· lock · decide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317507" y="3136392"/>
            <a:ext cx="478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795967" y="2697480"/>
            <a:ext cx="1828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95967" y="2862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EVERYONE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9795967" y="3118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795967" y="3502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trip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2395728"/>
            <a:ext cx="8750579" cy="0"/>
          </a:xfrm>
          <a:prstGeom prst="line">
            <a:avLst/>
          </a:prstGeom>
          <a:noFill/>
          <a:ln w="12700">
            <a:solidFill>
              <a:srgbClr val="A9B4C9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566928" y="2029968"/>
            <a:ext cx="87505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travel app ends here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710367" y="3995928"/>
            <a:ext cx="0" cy="566928"/>
          </a:xfrm>
          <a:prstGeom prst="line">
            <a:avLst/>
          </a:prstGeom>
          <a:noFill/>
          <a:ln w="28575">
            <a:solidFill>
              <a:srgbClr val="1D3F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95848" y="4562856"/>
            <a:ext cx="4614520" cy="0"/>
          </a:xfrm>
          <a:prstGeom prst="line">
            <a:avLst/>
          </a:prstGeom>
          <a:noFill/>
          <a:ln w="28575">
            <a:solidFill>
              <a:srgbClr val="1D3F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95848" y="4032504"/>
            <a:ext cx="0" cy="530352"/>
          </a:xfrm>
          <a:prstGeom prst="line">
            <a:avLst/>
          </a:prstGeom>
          <a:noFill/>
          <a:ln w="28575">
            <a:solidFill>
              <a:srgbClr val="1D3FA0"/>
            </a:solidFill>
            <a:prstDash val="solid"/>
            <a:head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66928" y="465429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→ re-plan  ·  only what is still ahead  ·  locked blocks never move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0017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returning arrow is the product.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size follows role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640080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· THE CAPTAIN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7373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cockpit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2157984"/>
            <a:ext cx="5852160" cy="2212848"/>
          </a:xfrm>
          <a:prstGeom prst="roundRect">
            <a:avLst>
              <a:gd name="adj" fmla="val 2479"/>
            </a:avLst>
          </a:prstGeom>
          <a:solidFill>
            <a:srgbClr val="E8EDF7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157984"/>
            <a:ext cx="585216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49884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columns, because the Captain needs the plan, the running budget and a block’s justification visible at once. Budget is pinned — it is a constraint, not a total you find later.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42048" y="1298448"/>
            <a:ext cx="4382719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16368" y="1481328"/>
            <a:ext cx="3834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MEMBERS &amp; MID-TRIP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516368" y="1737360"/>
            <a:ext cx="3834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60 seconds, and the airport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16368" y="2157984"/>
            <a:ext cx="3834079" cy="2212848"/>
          </a:xfrm>
          <a:prstGeom prst="roundRect">
            <a:avLst>
              <a:gd name="adj" fmla="val 2479"/>
            </a:avLst>
          </a:prstGeom>
          <a:solidFill>
            <a:srgbClr val="E8EDF7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16368" y="2157984"/>
            <a:ext cx="3834079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516368" y="4498848"/>
            <a:ext cx="38340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answer one question per screen, no signup. And re-planning happens here, because that is where you are when the flight slips.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6692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factor is part of the role design, not a responsive afterthought.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delayed three hours. One tap.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690372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7824" y="14813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· DAY 1 REBUILT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1444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A6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RM 18 / person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7824" y="1975104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9E2F41"/>
          </a:solidFill>
          <a:ln w="12700">
            <a:solidFill>
              <a:srgbClr val="9E2F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97510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048256" y="19385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Osaka Castle keep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48256" y="22311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entry passes before you land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7824" y="2761488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8A6113"/>
          </a:solidFill>
          <a:ln w="12700">
            <a:solidFill>
              <a:srgbClr val="8A611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276148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048256" y="27249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Dotonbori dinner  18:00 → 20:30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48256" y="3017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until 23:00, confirmed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" y="3547872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2A6350"/>
          </a:solidFill>
          <a:ln w="12700">
            <a:solidFill>
              <a:srgbClr val="2A63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" y="354787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048256" y="351129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Karahori arcade night walk  21:30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48256" y="38039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gap the delay opened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7824" y="4334256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6E7889"/>
          </a:solidFill>
          <a:ln w="12700">
            <a:solidFill>
              <a:srgbClr val="6E78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7824" y="43342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2048256" y="4297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Hotel check-in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048256" y="45902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— a locked block is never moved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744968" y="1298448"/>
            <a:ext cx="3879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line carries a reason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44968" y="1645920"/>
            <a:ext cx="38797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what changed — why. Checked against real opening hours, not guessed.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744968" y="2670048"/>
            <a:ext cx="3879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line can be unticked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744968" y="3017520"/>
            <a:ext cx="38797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re-plan is a proposal, not something done to you. Accept all of it, or part of it.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744968" y="4041648"/>
            <a:ext cx="3879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budget moves with it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44968" y="4389120"/>
            <a:ext cx="38797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money are one object. Accepting the diff recalculates the trip total.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5046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travel product does this. It is why an itinerary had to be a constrained, mutable object rather than a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different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645920"/>
                <a:gridCol w="1645920"/>
                <a:gridCol w="1645920"/>
                <a:gridCol w="1639519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Wanderlog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Travel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FA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an itinerary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6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as a live constraint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6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Reconcile group preferences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6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the plan after a disruption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6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choice carries a cited reason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6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offline, installs to home screen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6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521208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these rows — repair and cited reasons — are the ones nobody else has. They are also the ones that shaped the architecture.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 for facts. Retrieval for taste. Rules for limits. The model only assembles.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3503066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991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83664"/>
            <a:ext cx="29910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APIs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31136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hours · price · location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78608"/>
            <a:ext cx="2991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Places, pre-fetched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18461" y="3054096"/>
            <a:ext cx="0" cy="384048"/>
          </a:xfrm>
          <a:prstGeom prst="line">
            <a:avLst/>
          </a:prstGeom>
          <a:noFill/>
          <a:ln w="19050">
            <a:solidFill>
              <a:srgbClr val="A9B4C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4314" y="1481328"/>
            <a:ext cx="3503066" cy="1572768"/>
          </a:xfrm>
          <a:prstGeom prst="roundRect">
            <a:avLst>
              <a:gd name="adj" fmla="val 4070"/>
            </a:avLst>
          </a:prstGeom>
          <a:solidFill>
            <a:srgbClr val="E3E9F9"/>
          </a:solidFill>
          <a:ln w="22225">
            <a:solidFill>
              <a:srgbClr val="1D3F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0346" y="1645920"/>
            <a:ext cx="2991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600346" y="1883664"/>
            <a:ext cx="29910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 RAG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00346" y="2231136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 · local tips · the citation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00346" y="2578608"/>
            <a:ext cx="2991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Wikivoyage + local writing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95848" y="3054096"/>
            <a:ext cx="0" cy="384048"/>
          </a:xfrm>
          <a:prstGeom prst="line">
            <a:avLst/>
          </a:prstGeom>
          <a:noFill/>
          <a:ln w="19050">
            <a:solidFill>
              <a:srgbClr val="A9B4C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21701" y="1481328"/>
            <a:ext cx="3503066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7733" y="1645920"/>
            <a:ext cx="2991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377733" y="1883664"/>
            <a:ext cx="29910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77733" y="2231136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time windows · locks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77733" y="2578608"/>
            <a:ext cx="2991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unit-tested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873234" y="3054096"/>
            <a:ext cx="0" cy="384048"/>
          </a:xfrm>
          <a:prstGeom prst="line">
            <a:avLst/>
          </a:prstGeom>
          <a:noFill/>
          <a:ln w="19050">
            <a:solidFill>
              <a:srgbClr val="A9B4C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01568" y="3493008"/>
            <a:ext cx="5388559" cy="713232"/>
          </a:xfrm>
          <a:prstGeom prst="roundRect">
            <a:avLst>
              <a:gd name="adj" fmla="val 8974"/>
            </a:avLst>
          </a:prstGeom>
          <a:solidFill>
            <a:srgbClr val="111A3D"/>
          </a:solidFill>
          <a:ln w="12700">
            <a:solidFill>
              <a:srgbClr val="111A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01568" y="3493008"/>
            <a:ext cx="53885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· assembly only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095848" y="4206240"/>
            <a:ext cx="0" cy="365760"/>
          </a:xfrm>
          <a:prstGeom prst="line">
            <a:avLst/>
          </a:prstGeom>
          <a:noFill/>
          <a:ln w="19050">
            <a:solidFill>
              <a:srgbClr val="A9B4C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938528" y="4608576"/>
            <a:ext cx="8314639" cy="658368"/>
          </a:xfrm>
          <a:prstGeom prst="roundRect">
            <a:avLst>
              <a:gd name="adj" fmla="val 9722"/>
            </a:avLst>
          </a:prstGeom>
          <a:solidFill>
            <a:srgbClr val="F7E7E9"/>
          </a:solidFill>
          <a:ln w="19050">
            <a:solidFill>
              <a:srgbClr val="9E2F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38528" y="4608576"/>
            <a:ext cx="83146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E2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Opening hours and prices never come from the model — that is the data a user checks and catches you 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43153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place IDs are pinned as an enum in the response schema, so the model cannot name a place we have not already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stack, and what is already built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350008" y="1371600"/>
            <a:ext cx="90617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50008" y="1371600"/>
            <a:ext cx="9061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02482" y="1371600"/>
            <a:ext cx="1161288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2482" y="137160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10074" y="1371600"/>
            <a:ext cx="99121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0074" y="1371600"/>
            <a:ext cx="99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47588" y="1371600"/>
            <a:ext cx="1076249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47588" y="1371600"/>
            <a:ext cx="10762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70141" y="1371600"/>
            <a:ext cx="566014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70141" y="1371600"/>
            <a:ext cx="566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258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50008" y="2212848"/>
            <a:ext cx="99121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50008" y="2212848"/>
            <a:ext cx="99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87522" y="2212848"/>
            <a:ext cx="99121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87522" y="2212848"/>
            <a:ext cx="99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25035" y="2212848"/>
            <a:ext cx="99121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25035" y="2212848"/>
            <a:ext cx="99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62549" y="2212848"/>
            <a:ext cx="566014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2549" y="2212848"/>
            <a:ext cx="566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0998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SERVICES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50008" y="3054096"/>
            <a:ext cx="1331366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50008" y="3054096"/>
            <a:ext cx="13313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27678" y="3054096"/>
            <a:ext cx="1416406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27678" y="3054096"/>
            <a:ext cx="14164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390388" y="3054096"/>
            <a:ext cx="1161288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90388" y="3054096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97980" y="3054096"/>
            <a:ext cx="90617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97980" y="3054096"/>
            <a:ext cx="9061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Amadeus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39410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350008" y="3895344"/>
            <a:ext cx="821131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350008" y="3895344"/>
            <a:ext cx="8211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317443" y="3895344"/>
            <a:ext cx="1841602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17443" y="3895344"/>
            <a:ext cx="18416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URL per PR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828032"/>
            <a:ext cx="11057839" cy="1170432"/>
          </a:xfrm>
          <a:prstGeom prst="roundRect">
            <a:avLst>
              <a:gd name="adj" fmla="val 5469"/>
            </a:avLst>
          </a:prstGeom>
          <a:solidFill>
            <a:srgbClr val="E9F1EE"/>
          </a:solidFill>
          <a:ln w="19050">
            <a:solidFill>
              <a:srgbClr val="2A635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50976" y="4992624"/>
            <a:ext cx="102897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written and unit-tested during the prototype phase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50976" y="5321808"/>
            <a:ext cx="10289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engine (budget ceilings, time windows, lock protection) · the generation pipeline with retry, post-validation and a seed fallback · the re-plan engine, including the guarantee that any operation touching a locked block voids the whole batch.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weeks to build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71600"/>
            <a:ext cx="34116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34116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pipeline live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029968"/>
            <a:ext cx="34116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schema · pre-fetch Osaka places · build the RAG index offline · swap the mock model for Gemini structured output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52874" y="1371600"/>
            <a:ext cx="34116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252874" y="1627632"/>
            <a:ext cx="34116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a group product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52874" y="2029968"/>
            <a:ext cx="34116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Link-based joining · preference intake · realtime Taste Profile · voting, locking, budget and settlement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38821" y="1371600"/>
            <a:ext cx="34116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938821" y="1627632"/>
            <a:ext cx="34116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survive contact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938821" y="2029968"/>
            <a:ext cx="34116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and delay triggers · the full re-plan loop on real data · the offline layer · deploy and rehearse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3101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scope, so that what we build is finished:  booking and payment  ·  in-app chat  ·  account systems  ·  cities beyond Osaka  ·  native apps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822192"/>
            <a:ext cx="11057839" cy="0"/>
          </a:xfrm>
          <a:prstGeom prst="line">
            <a:avLst/>
          </a:prstGeom>
          <a:noFill/>
          <a:ln w="12700">
            <a:solidFill>
              <a:srgbClr val="2C3A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4114800"/>
            <a:ext cx="34116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h → 90 min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754880"/>
            <a:ext cx="3411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Captain spends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252874" y="4114800"/>
            <a:ext cx="34116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60 s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4252874" y="4754880"/>
            <a:ext cx="3411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everyone else spends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938821" y="4114800"/>
            <a:ext cx="34116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938821" y="4754880"/>
            <a:ext cx="3411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rebuild a broken day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48640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all goes wrong, nobody has to start over.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Detour</dc:title>
  <dc:subject>PptxGenJS Presentation</dc:subject>
  <dc:creator>Detour</dc:creator>
  <cp:lastModifiedBy>Detour</cp:lastModifiedBy>
  <cp:revision>1</cp:revision>
  <dcterms:created xsi:type="dcterms:W3CDTF">2026-09-11T17:24:29Z</dcterms:created>
  <dcterms:modified xsi:type="dcterms:W3CDTF">2026-09-11T17:24:29Z</dcterms:modified>
</cp:coreProperties>
</file>